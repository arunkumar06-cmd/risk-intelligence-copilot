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0"/>
    <p:sldId id="257" r:id="rId11"/>
    <p:sldId id="258" r:id="rId9"/>
    <p:sldId id="259" r:id="rId8"/>
    <p:sldId id="260" r:id="rId7"/>
    <p:sldId id="261" r:id="rId6"/>
    <p:sldId id="262" r:id="rId16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lide1_Google Shape;54;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37744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00CBF8"/>
                </a:solidFill>
              </a:defRPr>
            </a:pPr>
            <a:r>
              <a:t>CoCo CLI HACKATHON  •  GCC EDITION  •  PROTOTYPE SUBMISSION</a:t>
            </a:r>
          </a:p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Risk, Fraud &amp; Regulatory Intelligence Copilot</a:t>
            </a:r>
          </a:p>
          <a:p>
            <a:pPr>
              <a:spcAft>
                <a:spcPts val="600"/>
              </a:spcAft>
              <a:defRPr sz="2000" b="0">
                <a:solidFill>
                  <a:srgbClr val="AFB9C8"/>
                </a:solidFill>
              </a:defRPr>
            </a:pPr>
            <a:r>
              <a:t>Banking / NBFC compliance — ask in English, get verified SQL + cited law + draft SAR, every step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Team Name :  [Your Team Name]      Problem Statement :  [PS-ID / Title]      Team Leader :  [Name]      Team Size :  [N]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0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00CBF8"/>
                </a:solidFill>
              </a:defRPr>
            </a:pPr>
            <a:r>
              <a:t>1  •  PROBLEM BRIEF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Analysts drown in alerts. SARs take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Real problem:   </a:t>
            </a:r>
            <a:r>
              <a:rPr sz="1900">
                <a:solidFill>
                  <a:srgbClr val="FFFFFF"/>
                </a:solidFill>
              </a:rPr>
              <a:t>alert triage + rulebook lookup + SAR drafting is manual, slow, and citation-free — audit gaps risk fines (penalties).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Users:   </a:t>
            </a:r>
            <a:r>
              <a:rPr sz="1900">
                <a:solidFill>
                  <a:srgbClr val="FFFFFF"/>
                </a:solidFill>
              </a:rPr>
              <a:t>compliance analyst (triage) and compliance officer (approver) at banks / NBFCs.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Pain now:   </a:t>
            </a:r>
            <a:r>
              <a:rPr sz="1900">
                <a:solidFill>
                  <a:srgbClr val="FFFFFF"/>
                </a:solidFill>
              </a:rPr>
              <a:t>hand-written SQL, PDF rulebooks, copy-paste SARs, zero proof trail.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Fix:   </a:t>
            </a:r>
            <a:r>
              <a:rPr sz="1900">
                <a:solidFill>
                  <a:srgbClr val="FFFFFF"/>
                </a:solidFill>
              </a:rPr>
              <a:t>one chat: English question → safe SQL evidence + top-3 law cites + draft SAR in minutes, fully logged.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0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00CBF8"/>
                </a:solidFill>
              </a:defRPr>
            </a:pPr>
            <a:r>
              <a:t>2  •  ARCHITECTURE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Signal → Evidence → Report, all inside Snowflake</a:t>
            </a:r>
          </a:p>
        </p:txBody>
      </p:sp>
      <p:pic>
        <p:nvPicPr>
          <p:cNvPr id="6" name="Picture 5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11274552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500" b="0">
                <a:solidFill>
                  <a:srgbClr val="AFB9C8"/>
                </a:solidFill>
              </a:defRPr>
            </a:pPr>
            <a:r>
              <a:t>CoCo CLI skills (modular agents): Researcher-Coder builds  •  Component Scout upgrades parts  •  Brutal Critic audits till SHIP  |  Sources: structured (ACCOUNTS, TRANSACTIONS) + unstructured (policy rulebooks, embedded)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0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00CBF8"/>
                </a:solidFill>
              </a:defRPr>
            </a:pPr>
            <a:r>
              <a:t>3  •  HOW IT WORKS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Three steps. Guarded. Human-approved.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Step 1 — Router:   </a:t>
            </a:r>
            <a:r>
              <a:rPr sz="1900">
                <a:solidFill>
                  <a:srgbClr val="FFFFFF"/>
                </a:solidFill>
              </a:rPr>
              <a:t>keyword intent + allow-list SQL templates with bound params (safe inputs); blocked words rejected.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Step 2 — Evidence + Law:   </a:t>
            </a:r>
            <a:r>
              <a:rPr sz="1900">
                <a:solidFill>
                  <a:srgbClr val="FFFFFF"/>
                </a:solidFill>
              </a:rPr>
              <a:t>Snowflake SQL signals plus AI_EMBED vector search (TOP-3 clauses, cosine match).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Step 3 — Report:   </a:t>
            </a:r>
            <a:r>
              <a:rPr sz="1900">
                <a:solidFill>
                  <a:srgbClr val="FFFFFF"/>
                </a:solidFill>
              </a:rPr>
              <a:t>AI_COMPLETE (mistral-large3, llama3.1-8b drafts) writes short SAR; officer MUST approve before save.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Trust built-in:   </a:t>
            </a:r>
            <a:r>
              <a:rPr sz="1900">
                <a:solidFill>
                  <a:srgbClr val="FFFFFF"/>
                </a:solidFill>
              </a:rPr>
              <a:t>row locks + name masking, rate limits, prompt/result hashes (proof prints), QUERY_ID, denied-login audit.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0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00CBF8"/>
                </a:solidFill>
              </a:defRPr>
            </a:pPr>
            <a:r>
              <a:t>4  •  IMPACT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Faster triage. Cited claims. Full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Measurable:   </a:t>
            </a:r>
            <a:r>
              <a:rPr sz="1900">
                <a:solidFill>
                  <a:srgbClr val="FFFFFF"/>
                </a:solidFill>
              </a:rPr>
              <a:t>triage hours → minutes; every SAR line backed by evidence IDs + policy cites; 100% drafts logged with model + hashes.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Scale:   </a:t>
            </a:r>
            <a:r>
              <a:rPr sz="1900">
                <a:solidFill>
                  <a:srgbClr val="FFFFFF"/>
                </a:solidFill>
              </a:rPr>
              <a:t>any Snowflake bank schema — add tables, re-embed rulebooks, same 3-step flow; SiS-native deploy, no data leaves Snowflake.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Beyond demo:   </a:t>
            </a:r>
            <a:r>
              <a:rPr sz="1900">
                <a:solidFill>
                  <a:srgbClr val="FFFFFF"/>
                </a:solidFill>
              </a:rPr>
              <a:t>real-time screening queue, multi-regulator packs (RBI / FINCEN / Basel), auto Task cleanup, SSO + key-pair auth in prod.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0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00CBF8"/>
                </a:solidFill>
              </a:defRPr>
            </a:pPr>
            <a:r>
              <a:t>5  •  STACK &amp; REPO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Free-tier 2026 parts. Live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Snowflake Trial:   </a:t>
            </a:r>
            <a:r>
              <a:rPr sz="1900">
                <a:solidFill>
                  <a:srgbClr val="FFFFFF"/>
                </a:solidFill>
              </a:rPr>
              <a:t>AI_EMBED (arctic-embed-m-v1.5) + AI_COMPLETE + VECTOR search — $400 free credit, ~$0 for demo.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Models:   </a:t>
            </a:r>
            <a:r>
              <a:rPr sz="1900">
                <a:solidFill>
                  <a:srgbClr val="FFFFFF"/>
                </a:solidFill>
              </a:rPr>
              <a:t>mistral-large3 (256K) primary, llama3.1-8b cheap drafts; Streamlit UI + Python connector + pooled sessions.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GitHub:   </a:t>
            </a:r>
            <a:r>
              <a:rPr sz="1900">
                <a:solidFill>
                  <a:srgbClr val="FFFFFF"/>
                </a:solidFill>
              </a:rPr>
              <a:t>github.com/Arunkumar06-cmd/risk-intelligence-copilot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CBF8"/>
                </a:solidFill>
              </a:rPr>
              <a:t>▸ Run:   </a:t>
            </a:r>
            <a:r>
              <a:rPr sz="1900">
                <a:solidFill>
                  <a:srgbClr val="FFFFFF"/>
                </a:solidFill>
              </a:rPr>
              <a:t>pip install -r requirements.txt → run sql/01_setup.sql → streamlit run streamlit_app.py  •  tests: 9 passed.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lide6_Google Shape;85;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Aft>
                <a:spcPts val="600"/>
              </a:spcAft>
              <a:defRPr sz="2200" b="0">
                <a:solidFill>
                  <a:srgbClr val="00CBF8"/>
                </a:solidFill>
              </a:defRPr>
            </a:pPr>
            <a:r>
              <a:t>Risk, Fraud &amp; Regulatory Intelligence Copilot  •  [Your Team Name]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AFB9C8"/>
                </a:solidFill>
              </a:defRPr>
            </a:pPr>
            <a:r>
              <a:t>github.com/Arunkumar06-cmd/risk-intelligence-copilot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